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D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40000"/>
            <a:ext cx="10287000" cy="857250"/>
          </a:xfrm>
          <a:prstGeom prst="rect">
            <a:avLst/>
          </a:prstGeom>
          <a:solidFill>
            <a:srgbClr val="D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86250" y="7905750"/>
            <a:ext cx="1714500" cy="95250"/>
          </a:xfrm>
          <a:prstGeom prst="rect">
            <a:avLst/>
          </a:prstGeom>
          <a:solidFill>
            <a:srgbClr val="D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3143250"/>
            <a:ext cx="8572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B4A45"/>
                </a:solidFill>
                <a:latin typeface="Georgia"/>
              </a:rPr>
              <a:t>THE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476750"/>
            <a:ext cx="85725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6B4A45"/>
                </a:solidFill>
                <a:latin typeface="Georgia"/>
              </a:rPr>
              <a:t>WEDDING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6000750"/>
            <a:ext cx="85725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DCA69C"/>
                </a:solidFill>
                <a:latin typeface="Georgia"/>
              </a:rPr>
              <a:t>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8763000"/>
            <a:ext cx="85725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6B4A45"/>
                </a:solidFill>
                <a:latin typeface="Georgia"/>
              </a:rPr>
              <a:t>Printable PDF  •  Budget Tracker  •  Vendor Sheets  • 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10287000"/>
            <a:ext cx="85725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8C665E"/>
                </a:solidFill>
                <a:latin typeface="Georgia"/>
              </a:rPr>
              <a:t>From engagement to “I do” — without the overwhelm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5811500"/>
            <a:ext cx="8572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joyfuleric.gumroad.com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