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A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143000" y="2000250"/>
            <a:ext cx="5905500" cy="5334000"/>
          </a:xfrm>
          <a:prstGeom prst="roundRect">
            <a:avLst>
              <a:gd name="adj" fmla="val 28000"/>
            </a:avLst>
          </a:prstGeom>
          <a:solidFill>
            <a:srgbClr val="F4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500" y="8572500"/>
            <a:ext cx="5334000" cy="5905500"/>
          </a:xfrm>
          <a:prstGeom prst="roundRect">
            <a:avLst>
              <a:gd name="adj" fmla="val 28000"/>
            </a:avLst>
          </a:prstGeom>
          <a:solidFill>
            <a:srgbClr val="F4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00500" y="3829050"/>
            <a:ext cx="2286000" cy="57150"/>
          </a:xfrm>
          <a:prstGeom prst="rect">
            <a:avLst/>
          </a:prstGeom>
          <a:solidFill>
            <a:srgbClr val="C9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41910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 spc="260">
                <a:solidFill>
                  <a:srgbClr val="D8A79B"/>
                </a:solidFill>
                <a:latin typeface="Georgia"/>
              </a:rPr>
              <a:t>T H E   C O M P L E T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5334000"/>
            <a:ext cx="857250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200" b="1" i="0">
                <a:solidFill>
                  <a:srgbClr val="4A2E2B"/>
                </a:solidFill>
                <a:latin typeface="Georgia"/>
              </a:rPr>
              <a:t>Wedding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6724650"/>
            <a:ext cx="857250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800" b="1" i="0">
                <a:solidFill>
                  <a:srgbClr val="D8A79B"/>
                </a:solidFill>
                <a:latin typeface="Georgia"/>
              </a:rPr>
              <a:t>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6750" y="8534400"/>
            <a:ext cx="1333500" cy="47625"/>
          </a:xfrm>
          <a:prstGeom prst="rect">
            <a:avLst/>
          </a:prstGeom>
          <a:solidFill>
            <a:srgbClr val="C9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2175" y="9239250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2175" y="939165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Printable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67325" y="9239250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7325" y="939165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Budget Tracker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62175" y="10172700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2175" y="103251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Vendor Sheets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7325" y="10172700"/>
            <a:ext cx="2857500" cy="704850"/>
          </a:xfrm>
          <a:prstGeom prst="roundRect">
            <a:avLst>
              <a:gd name="adj" fmla="val 50000"/>
            </a:avLst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7325" y="103251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4A2E2B"/>
                </a:solidFill>
                <a:latin typeface="Arial"/>
              </a:rP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114300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927067"/>
                </a:solidFill>
                <a:latin typeface="Georgia"/>
              </a:rPr>
              <a:t>From engagement to “I do” — without the overwhelm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5240000"/>
            <a:ext cx="10287000" cy="3048000"/>
          </a:xfrm>
          <a:prstGeom prst="rect">
            <a:avLst/>
          </a:prstGeom>
          <a:solidFill>
            <a:srgbClr val="5D3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5240000"/>
            <a:ext cx="10287000" cy="76200"/>
          </a:xfrm>
          <a:prstGeom prst="rect">
            <a:avLst/>
          </a:prstGeom>
          <a:solidFill>
            <a:srgbClr val="C9A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160972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E8D6D0"/>
                </a:solidFill>
                <a:latin typeface="Arial"/>
              </a:rPr>
              <a:t>Instant digital download  •  40+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171450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joyfuleric.gumroad.com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